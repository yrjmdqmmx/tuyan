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5486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samples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Alpha</c:v>
                </c:pt>
                <c:pt idx="1">
                  <c:v>Beta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备注专属：这是合成测试材料，不是研究结论。样本单位为个。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图表使用原始保存数值 35 和 12，不含误差线或显著性。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Noto Sans CJK SC"/>
              </a:rPr>
              <a:t>研究材料：Alpha 35，Beta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输入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检查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输出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0" y="2286000"/>
            <a:ext cx="914400" cy="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0" y="2286000"/>
            <a:ext cx="914400" cy="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3657600" cy="1567543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0" y="457200"/>
          <a:ext cx="365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原值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2743200"/>
          <a:ext cx="7315200" cy="2377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